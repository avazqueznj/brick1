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IN_FBricklogo_17610931960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2286000" cy="7247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0" y="640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InspectionBrick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Modern Inspection Device Business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D3824"/>
                </a:solidFill>
              </a:defRPr>
            </a:pPr>
            <a:r>
              <a:t>Problem /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• Inspections in factories, fleets, and intermodal rely on outdated paper forms, tablets, or legacy devices.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Tablets require constant IT support, OS updates, and are easily misused.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Only major dedicated competitor hasn’t updated their device in 20 years and has no connectivity—yet still sells due to lack of alternatives.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Customers want simple, rugged digital inspection hardware without IT headaches.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D3824"/>
                </a:solidFill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• Purpose-built, single-purpose inspection device—InspectionBrick.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Rugged, tamper-resistant, zero-maintenance hardware.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Configurable workflows for any inspection: factory, fleet, marine, intermodal, etc.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No OS/app store/update hassles.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Optional secure connectivity to cloud or backend.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Fast device swap/service—no need for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D3824"/>
                </a:solidFill>
              </a:defRPr>
            </a:pPr>
            <a:r>
              <a:t>Target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• Factories (manufacturing, food processing, warehousing)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Vehicle fleets (delivery, service, municipal, commercial)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Intermodal/rail yards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Marine/boat operations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Any regulated environment needing compliance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D3824"/>
                </a:solidFill>
              </a:defRPr>
            </a:pPr>
            <a:r>
              <a:t>Value Proposition &amp; Unfair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• 'No Tablet Hassle': No IT support, no bricked devices, no OS updates, no tampering—just reliable, daily inspections.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First real hardware innovation in this segment in two decades.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Early customers help shape product; rapid iteration.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Low total cost of ownership: no app costs, 'set-and-forget'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D3824"/>
                </a:solidFill>
              </a:defRPr>
            </a:pPr>
            <a:r>
              <a:t>Competitors &amp;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• Legacy ‘Brick’ Devices: No connectivity, no updates, zero innovation in 20 years.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Consumer Tablets/Apps: High support burden, security risk, unreliable in harsh environments.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How We Win: Focused hardware, modern connectivity, user feedback loop, unbeatable simplicity.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D3824"/>
                </a:solidFill>
              </a:defRPr>
            </a:pPr>
            <a:r>
              <a:t>Revenue Model &amp; Break-even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• Pilot: Sell at $300–350/device (pilot price); typical pilot = 10–15 units.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Production: Scale to 100+ units, cost drops with volume/custom PCB.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Service/Support: Optional recurring support or workflow customization.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Break-even Example: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 – Hardware cost (with display): ~$170/device x 15 = $2,550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 – Revenue from 15 devices at $300: $4,500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 – Break-even at just 9 units sold; upside on every additional sale.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D3824"/>
                </a:solidFill>
              </a:defRPr>
            </a:pPr>
            <a:r>
              <a:t>Go-to-Market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• Finalize pilot hardware/software and customer collateral (done).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Demonstrate with 2–3 units; secure early adopter customers.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Deploy 10–15 device paid pilots; collect testimonials and iterate.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Build manufacturing and support playbook for scaling beyond 100 units.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D3824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InspectionBrick gives industrial operators a modern alternative to legacy and tablet-based inspections.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With a 'just works' promise, rapid feedback, and simple pricing, it delivers a competitive edge in a stagnant market.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